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FlexiGrid AI plans household energy flexibility for Belgium. One sentence thesis: a local language model interprets and explains, deterministic code owns feasibility, and every claim on these slides is a measured number from the repository's evaluation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The household problem: EV, heat pump, appliances; deadlines, comfort, and the Flemish capacity tariff, where one bad quarter-hour raises the bill for twelve months. Then the hook: we measured what happens when you let the language model schedule directly — the violation number on the right. That number is why this architecture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75s. Two data assets. Left: the Elia contract — ods002 load, ods086 wind, ods201 mix — and the tested derivation: stress equals normalized load minus half normalized wind, rescaled to 0-100. Live mode derives from real records with a timestamp; the exam fixture is labelled, never passed off as live. Right: the retrieval corpus — 15 documents, 51 chunks, each with a source type, including deliberate distractors so retrieval metrics mean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90s. Walk the five stages left to right: free-text mission; the local model extracts typed constraints — sanitizer clamps them; the same model chooses tools step by step with guardrails; all tools are MCP contracts served by one registry — the demo runs them in-process and over a real stdio session; the optimizer and independent critic gate everything; explanation cites only retrieved IDs. Emphasize: the trace shows who decided every step, model or guardrail.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Map to the course list. Transformer: local Qwen2.5-3B with schema-constrained decoding and a repair loop. Agent: the model chooses the tools. RAG: hybrid BM25 plus dense with rank fusion, three switchable modes. MCP: real server, real client session. Fine-tuning, diffusion, multimodal: excluded with an argument, not ignored — and the intent ablation shows exactly where a LoRA would slot in if extraction became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60s. Tasks are power, duration, window. Score is weighted normalized tariff plus stress. Branch-and-bound joint search with most-constrained-first ordering. The greedy version is kept as a measured ablation and fails outright on the morning mission — the EV takes the locally best slot and strands the heat pump. Avoid-hours are honoured when feasible and relaxed with a note when not. Everything replays byte-identical.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150s. Demo order: 1) top-bar chip proves the live backend and names the model. 2) run the morning mission — walk the trace: intent chips with sanitizer notes, five tool calls with milliseconds and the llm/guardrail column, retrieval scores, the model's cited explanation. 3) edit the mission live — move the deadline, add avoid-hours — schedule follows. 4) type the impossible mission — critic rejects it, nothing is displayed. 5) terminal: python -m flexigrid.mcp_host shows the same agent over a real MCP session. Fallback if anything dies: offline mode is clearly labelled and the report PDF is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75s. Four independent measurements. Retrieval on 40 labelled queries across three modes — note BM25 is a strong in-domain baseline and we say so. Intent extraction against the rule-based ablation. Baseline B: the LLM scheduling alone violates constraints; the critic never does. Citation precision 1.0 because the allow-list guard makes anything else impossible — and the guard's rejections are counted, not hidden. Every number states which model produced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Proven: free text drives a validated plan through a real agent on real MCP tools with a local model, and the evaluation quantifies why the critic must exist. Next: LoRA for intent once it is the measured bottleneck, MILP at scale, a broader mission set with confidence intervals, carbon-aware objective from ods201. Close by inviting questions on any layer — both of us can walk every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AEE637"/>
                </a:solidFill>
                <a:latin typeface="Consolas"/>
              </a:rPr>
              <a:t>GENERATIVE AI  / 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FlexiGrid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C9D6D0"/>
                </a:solidFill>
                <a:latin typeface="Calibri"/>
              </a:rPr>
              <a:t>A local-LLM agent that plans household energy over MCP tools — hybrid RAG, Elia Open Data, and a deterministic optimizer-critic.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977639"/>
            <a:ext cx="2167128" cy="3840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3322E"/>
                </a:solidFill>
                <a:latin typeface="Consolas"/>
              </a:rPr>
              <a:t>100% local · no cloud 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5788" y="3977639"/>
            <a:ext cx="1867204" cy="3840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3322E"/>
                </a:solidFill>
                <a:latin typeface="Consolas"/>
              </a:rPr>
              <a:t>qwen2.5:3b via Ollama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57292" y="3977639"/>
            <a:ext cx="1642262" cy="3840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3322E"/>
                </a:solidFill>
                <a:latin typeface="Consolas"/>
              </a:rPr>
              <a:t>93 automated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13854" y="3977639"/>
            <a:ext cx="1867204" cy="3840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3322E"/>
                </a:solidFill>
                <a:latin typeface="Consolas"/>
              </a:rPr>
              <a:t>every number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89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8DA099"/>
                </a:solidFill>
                <a:latin typeface="Calibri"/>
              </a:rPr>
              <a:t>Nima Asadi and project partner  ·  Howest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A fluent answer can still be an invalid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00" b="1">
                <a:solidFill>
                  <a:srgbClr val="1C7C66"/>
                </a:solidFill>
              </a:rPr>
              <a:t>▸ </a:t>
            </a:r>
            <a:r>
              <a:rPr sz="1400" b="1">
                <a:solidFill>
                  <a:srgbClr val="23322E"/>
                </a:solidFill>
              </a:rPr>
              <a:t>Real constraints</a:t>
            </a:r>
            <a:r>
              <a:rPr sz="1400">
                <a:solidFill>
                  <a:srgbClr val="6C7C76"/>
                </a:solidFill>
              </a:rPr>
              <a:t> — deadlines, 19–21 °C comfort, and a 4.6 kW cap under the Flemish capacity tariff — one violating hour costs money for a year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00" b="1">
                <a:solidFill>
                  <a:srgbClr val="1C7C66"/>
                </a:solidFill>
              </a:rPr>
              <a:t>▸ </a:t>
            </a:r>
            <a:r>
              <a:rPr sz="1400" b="1">
                <a:solidFill>
                  <a:srgbClr val="23322E"/>
                </a:solidFill>
              </a:rPr>
              <a:t>Real data semantics</a:t>
            </a:r>
            <a:r>
              <a:rPr sz="1400">
                <a:solidFill>
                  <a:srgbClr val="6C7C76"/>
                </a:solidFill>
              </a:rPr>
              <a:t> — Elia imbalance prices are not consumer prices; a planner that confuses them gives financially wrong advice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00" b="1">
                <a:solidFill>
                  <a:srgbClr val="1C7C66"/>
                </a:solidFill>
              </a:rPr>
              <a:t>▸ </a:t>
            </a:r>
            <a:r>
              <a:rPr sz="1400" b="1">
                <a:solidFill>
                  <a:srgbClr val="23322E"/>
                </a:solidFill>
              </a:rPr>
              <a:t>The failure mode</a:t>
            </a:r>
            <a:r>
              <a:rPr sz="1400">
                <a:solidFill>
                  <a:srgbClr val="6C7C76"/>
                </a:solidFill>
              </a:rPr>
              <a:t> — chat assistants produce locally plausible, globally capacity-blind schedules — fluent text, invalid physics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977639" cy="3108960"/>
          </a:xfrm>
          <a:prstGeom prst="roundRect">
            <a:avLst>
              <a:gd name="adj" fmla="val 5500"/>
            </a:avLst>
          </a:prstGeom>
          <a:solidFill>
            <a:srgbClr val="0B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56032" wrap="square"/>
          <a:lstStyle/>
          <a:p>
            <a:pPr algn="ctr"/>
            <a:r>
              <a:rPr sz="4800" b="1">
                <a:solidFill>
                  <a:srgbClr val="AEE637"/>
                </a:solidFill>
              </a:rPr>
              <a:t>0.667</a:t>
            </a:r>
          </a:p>
          <a:p>
            <a:r>
              <a:rPr sz="1300" b="1">
                <a:solidFill>
                  <a:srgbClr val="FFFFFF"/>
                </a:solidFill>
              </a:rPr>
              <a:t>violation-or-failure rate when the LLM schedules directly</a:t>
            </a:r>
          </a:p>
          <a:p>
            <a:r>
              <a:rPr sz="1100">
                <a:solidFill>
                  <a:srgbClr val="A9BBB4"/>
                </a:solidFill>
              </a:rPr>
              <a:t>Baseline B, measured by python -m flexigrid.evaluate — same tasks, windows, tariff and cap in the prompt; no optimizer. The deterministic planner: 0 violations.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Elia Open Data + a corpus with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ods002 · ods086 · ods201</a:t>
            </a:r>
            <a:r>
              <a:rPr sz="1350">
                <a:solidFill>
                  <a:srgbClr val="6C7C76"/>
                </a:solidFill>
              </a:rPr>
              <a:t> — load forecast, wind forecast, generation mix from Belgium's TSO via the v2.1 records API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Derived stress signal</a:t>
            </a:r>
            <a:r>
              <a:rPr sz="1350">
                <a:solidFill>
                  <a:srgbClr val="6C7C76"/>
                </a:solidFill>
              </a:rPr>
              <a:t> — stress(h) = minmax(load) − 0.5·minmax(wind) → 0–100; implemented and unit-tested in derive.py, live or frozen with provenance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Semantic guardrail</a:t>
            </a:r>
            <a:r>
              <a:rPr sz="1350">
                <a:solidFill>
                  <a:srgbClr val="6C7C76"/>
                </a:solidFill>
              </a:rPr>
              <a:t> — retail tariff is a separate labelled input — imbalance prices never set the household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15 docs / 51 chunks</a:t>
            </a:r>
            <a:r>
              <a:rPr sz="1350">
                <a:solidFill>
                  <a:srgbClr val="6C7C76"/>
                </a:solidFill>
              </a:rPr>
              <a:t> — device manuals, comfort policy, capacity tariff, dynamic contracts, Elia docs, the derivation method itself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Stable citation IDs</a:t>
            </a:r>
            <a:r>
              <a:rPr sz="1350">
                <a:solidFill>
                  <a:srgbClr val="6C7C76"/>
                </a:solidFill>
              </a:rPr>
              <a:t> — doc#section identifiers survive re-ingestion — citations are reproducible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Labelled source types</a:t>
            </a:r>
            <a:r>
              <a:rPr sz="1350">
                <a:solidFill>
                  <a:srgbClr val="6C7C76"/>
                </a:solidFill>
              </a:rPr>
              <a:t> — public-summary, synthetic-representative, user-policy, project-doc — nothing pretends to be what it is 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The model proposes. Code disposes.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084831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28016" wrap="square"/>
          <a:lstStyle/>
          <a:p>
            <a:pPr algn="ctr"/>
            <a:r>
              <a:rPr sz="1100" b="1">
                <a:solidFill>
                  <a:srgbClr val="1C7C66"/>
                </a:solidFill>
                <a:latin typeface="Consolas"/>
              </a:rPr>
              <a:t>01</a:t>
            </a:r>
          </a:p>
          <a:p>
            <a:r>
              <a:rPr sz="1450" b="1">
                <a:solidFill>
                  <a:srgbClr val="0B1714"/>
                </a:solidFill>
              </a:rPr>
              <a:t>Mission</a:t>
            </a:r>
          </a:p>
          <a:p>
            <a:r>
              <a:rPr sz="1000">
                <a:solidFill>
                  <a:srgbClr val="6C7C76"/>
                </a:solidFill>
              </a:rPr>
              <a:t>free text, any phrasing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207" y="2011680"/>
            <a:ext cx="2084831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28016" wrap="square"/>
          <a:lstStyle/>
          <a:p>
            <a:pPr algn="ctr"/>
            <a:r>
              <a:rPr sz="1100" b="1">
                <a:solidFill>
                  <a:srgbClr val="1C7C66"/>
                </a:solidFill>
                <a:latin typeface="Consolas"/>
              </a:rPr>
              <a:t>02</a:t>
            </a:r>
          </a:p>
          <a:p>
            <a:r>
              <a:rPr sz="1450" b="1">
                <a:solidFill>
                  <a:srgbClr val="0B1714"/>
                </a:solidFill>
              </a:rPr>
              <a:t>Local LLM agent</a:t>
            </a:r>
          </a:p>
          <a:p>
            <a:r>
              <a:rPr sz="1000">
                <a:solidFill>
                  <a:srgbClr val="6C7C76"/>
                </a:solidFill>
              </a:rPr>
              <a:t>intent → typed spec · tool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4" y="2011680"/>
            <a:ext cx="2084831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28016" wrap="square"/>
          <a:lstStyle/>
          <a:p>
            <a:pPr algn="ctr"/>
            <a:r>
              <a:rPr sz="1100" b="1">
                <a:solidFill>
                  <a:srgbClr val="1C7C66"/>
                </a:solidFill>
                <a:latin typeface="Consolas"/>
              </a:rPr>
              <a:t>03</a:t>
            </a:r>
          </a:p>
          <a:p>
            <a:r>
              <a:rPr sz="1450" b="1">
                <a:solidFill>
                  <a:srgbClr val="0B1714"/>
                </a:solidFill>
              </a:rPr>
              <a:t>MCP tools</a:t>
            </a:r>
          </a:p>
          <a:p>
            <a:r>
              <a:rPr sz="1000">
                <a:solidFill>
                  <a:srgbClr val="6C7C76"/>
                </a:solidFill>
              </a:rPr>
              <a:t>RAG · Elia · optimizer · critic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1" y="2011680"/>
            <a:ext cx="2084831" cy="1554480"/>
          </a:xfrm>
          <a:prstGeom prst="roundRect">
            <a:avLst>
              <a:gd name="adj" fmla="val 5500"/>
            </a:avLst>
          </a:prstGeom>
          <a:solidFill>
            <a:srgbClr val="0B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28016" wrap="square"/>
          <a:lstStyle/>
          <a:p>
            <a:pPr algn="ctr"/>
            <a:r>
              <a:rPr sz="1100" b="1">
                <a:solidFill>
                  <a:srgbClr val="AEE637"/>
                </a:solidFill>
                <a:latin typeface="Consolas"/>
              </a:rPr>
              <a:t>04</a:t>
            </a:r>
          </a:p>
          <a:p>
            <a:r>
              <a:rPr sz="1450" b="1">
                <a:solidFill>
                  <a:srgbClr val="FFFFFF"/>
                </a:solidFill>
              </a:rPr>
              <a:t>Optimizer + critic</a:t>
            </a:r>
          </a:p>
          <a:p>
            <a:r>
              <a:rPr sz="1000">
                <a:solidFill>
                  <a:srgbClr val="A9BBB4"/>
                </a:solidFill>
              </a:rPr>
              <a:t>joint search · hour-by-hour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48" y="2011680"/>
            <a:ext cx="2084831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28016" wrap="square"/>
          <a:lstStyle/>
          <a:p>
            <a:pPr algn="ctr"/>
            <a:r>
              <a:rPr sz="1100" b="1">
                <a:solidFill>
                  <a:srgbClr val="1C7C66"/>
                </a:solidFill>
                <a:latin typeface="Consolas"/>
              </a:rPr>
              <a:t>05</a:t>
            </a:r>
          </a:p>
          <a:p>
            <a:r>
              <a:rPr sz="1450" b="1">
                <a:solidFill>
                  <a:srgbClr val="0B1714"/>
                </a:solidFill>
              </a:rPr>
              <a:t>Cited explanation</a:t>
            </a:r>
          </a:p>
          <a:p>
            <a:r>
              <a:rPr sz="1000">
                <a:solidFill>
                  <a:srgbClr val="6C7C76"/>
                </a:solidFill>
              </a:rPr>
              <a:t>allow-listed citations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77639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Guardrails, not hope</a:t>
            </a:r>
            <a:r>
              <a:rPr sz="1350">
                <a:solidFill>
                  <a:srgbClr val="6C7C76"/>
                </a:solidFill>
              </a:rPr>
              <a:t> — schema-validated decisions, bounded steps, repeated tools overruled, skipped stages completed deterministically — all visible in the trace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One tool registry</a:t>
            </a:r>
            <a:r>
              <a:rPr sz="1350">
                <a:solidFill>
                  <a:srgbClr val="6C7C76"/>
                </a:solidFill>
              </a:rPr>
              <a:t> — FastMCP server, real MCP stdio host, and the API share the same five typed contracts — swap the transport, keep the behaviour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Degrades, never breaks</a:t>
            </a:r>
            <a:r>
              <a:rPr sz="1350">
                <a:solidFill>
                  <a:srgbClr val="6C7C76"/>
                </a:solidFill>
              </a:rPr>
              <a:t> — no model → rule-based intent + deterministic explanation, clearly labelled; live Elia down → labelled frozen fixture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Every technique is load-bearing — none is decoration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874519"/>
          <a:ext cx="110185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382"/>
                <a:gridCol w="4367701"/>
                <a:gridCol w="4268435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Where it runs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Proof it matters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Transformer 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Qwen2.5-3B-Instruct via Ollama — intent, decisions, explanation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free text drives the plan; repair loop 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schema-validated tool loop with guardrails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trace shows llm vs guardrail per step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RAG (hybrid)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BM25 + dense + reciprocal-rank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recall@4 0.988 on 40 labelled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MCP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FastMCP server + stdio client host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same agent, same tools, real protocol session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Deterministic critic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joint search + independent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LLM-only baseline fails 0.667 of runs; critic: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1206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6C7C76"/>
                </a:solidFill>
                <a:latin typeface="Calibri"/>
              </a:rPr>
              <a:t>Excluded with argument: fine-tuning (LoRA on intent extraction is the named next step once prompting is the measured bottleneck), diffusion and multimodal (no image/audio modality in the problem — including them would be technique tourism).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Joint constrained search, with the greedy failure on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score(h) = w·tariff̂(h) + (1−w)·stresŝ(h)</a:t>
            </a:r>
            <a:r>
              <a:rPr sz="1350">
                <a:solidFill>
                  <a:srgbClr val="6C7C76"/>
                </a:solidFill>
              </a:rPr>
              <a:t> — w = 0.84 cost / 0.56 balanced / 0.18 grid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Branch-and-bound joint search</a:t>
            </a:r>
            <a:r>
              <a:rPr sz="1350">
                <a:solidFill>
                  <a:srgbClr val="6C7C76"/>
                </a:solidFill>
              </a:rPr>
              <a:t> — most-constrained-first, prunes on best score, optimal for the ≤4-task day; MILP/CP-SAT named for production scale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>
                <a:solidFill>
                  <a:srgbClr val="1C7C66"/>
                </a:solidFill>
              </a:rPr>
              <a:t>▸ </a:t>
            </a:r>
            <a:r>
              <a:rPr sz="1350" b="1">
                <a:solidFill>
                  <a:srgbClr val="23322E"/>
                </a:solidFill>
              </a:rPr>
              <a:t>Independent critic</a:t>
            </a:r>
            <a:r>
              <a:rPr sz="1350">
                <a:solidFill>
                  <a:srgbClr val="6C7C76"/>
                </a:solidFill>
              </a:rPr>
              <a:t> — re-validates windows, avoid-hours and every hour's summed load before anything is displayed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1874519"/>
          <a:ext cx="44348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786"/>
                <a:gridCol w="1067646"/>
                <a:gridCol w="1560406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Joint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Greedy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morning (fixture)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infeasible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grid-friendly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valid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valid, equal cost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peak-avoidance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valid, equal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tight-window ×2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valid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infeasible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3977639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B46931"/>
                </a:solidFill>
                <a:latin typeface="Calibri"/>
              </a:rPr>
              <a:t>greedy fails 3/5 cases · joint fails 0 — measured by the harness, not asserted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Everything on screen is the real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101852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1">
                <a:solidFill>
                  <a:srgbClr val="1C7C66"/>
                </a:solidFill>
                <a:latin typeface="Consolas"/>
              </a:rPr>
              <a:t>1   </a:t>
            </a:r>
            <a:r>
              <a:rPr sz="1350" b="1">
                <a:solidFill>
                  <a:srgbClr val="0B1714"/>
                </a:solidFill>
              </a:rPr>
              <a:t>Live badge — </a:t>
            </a:r>
            <a:r>
              <a:rPr sz="1250">
                <a:solidFill>
                  <a:srgbClr val="6C7C76"/>
                </a:solidFill>
              </a:rPr>
              <a:t>backend chip names the model, embeddings and corpus — no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70631"/>
            <a:ext cx="1101852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1">
                <a:solidFill>
                  <a:srgbClr val="1C7C66"/>
                </a:solidFill>
                <a:latin typeface="Consolas"/>
              </a:rPr>
              <a:t>2   </a:t>
            </a:r>
            <a:r>
              <a:rPr sz="1350" b="1">
                <a:solidFill>
                  <a:srgbClr val="0B1714"/>
                </a:solidFill>
              </a:rPr>
              <a:t>Run the mission — </a:t>
            </a:r>
            <a:r>
              <a:rPr sz="1250">
                <a:solidFill>
                  <a:srgbClr val="6C7C76"/>
                </a:solidFill>
              </a:rPr>
              <a:t>trace: intent chips → 5 tool calls (ms, llm/guardrail) → cited explanation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666743"/>
            <a:ext cx="1101852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1">
                <a:solidFill>
                  <a:srgbClr val="1C7C66"/>
                </a:solidFill>
                <a:latin typeface="Consolas"/>
              </a:rPr>
              <a:t>3   </a:t>
            </a:r>
            <a:r>
              <a:rPr sz="1350" b="1">
                <a:solidFill>
                  <a:srgbClr val="0B1714"/>
                </a:solidFill>
              </a:rPr>
              <a:t>Edit the text — </a:t>
            </a:r>
            <a:r>
              <a:rPr sz="1250">
                <a:solidFill>
                  <a:srgbClr val="6C7C76"/>
                </a:solidFill>
              </a:rPr>
              <a:t>change deadline / avoid-hours — the free text visibly drives the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562855"/>
            <a:ext cx="1101852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1">
                <a:solidFill>
                  <a:srgbClr val="1C7C66"/>
                </a:solidFill>
                <a:latin typeface="Consolas"/>
              </a:rPr>
              <a:t>4   </a:t>
            </a:r>
            <a:r>
              <a:rPr sz="1350" b="1">
                <a:solidFill>
                  <a:srgbClr val="0B1714"/>
                </a:solidFill>
              </a:rPr>
              <a:t>Break it on purpose — </a:t>
            </a:r>
            <a:r>
              <a:rPr sz="1250">
                <a:solidFill>
                  <a:srgbClr val="6C7C76"/>
                </a:solidFill>
              </a:rPr>
              <a:t>impossible mission → the critic rejects; no invalid plan is ever shown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458967"/>
            <a:ext cx="11018520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500" b="1">
                <a:solidFill>
                  <a:srgbClr val="1C7C66"/>
                </a:solidFill>
                <a:latin typeface="Consolas"/>
              </a:rPr>
              <a:t>5   </a:t>
            </a:r>
            <a:r>
              <a:rPr sz="1350" b="1">
                <a:solidFill>
                  <a:srgbClr val="0B1714"/>
                </a:solidFill>
              </a:rPr>
              <a:t>MCP terminal — </a:t>
            </a:r>
            <a:r>
              <a:rPr sz="1250">
                <a:solidFill>
                  <a:srgbClr val="6C7C76"/>
                </a:solidFill>
              </a:rPr>
              <a:t>python -m flexigrid.mcp_host — same agent over a real stdio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C7C66"/>
                </a:solidFill>
                <a:latin typeface="Consolas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0B1714"/>
                </a:solidFill>
                <a:latin typeface="Calibri"/>
              </a:rPr>
              <a:t>Correctness measured before fluency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828800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816"/>
                <a:gridCol w="989076"/>
                <a:gridCol w="1078992"/>
                <a:gridCol w="989076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Retrieval (40 queries)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hit@1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recall@4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bm25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dense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0.65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0.762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828800"/>
          <a:ext cx="5349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483"/>
                <a:gridCol w="1711756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EE637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B17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Intent exact-match (rules ablation)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LLM-only scheduling violations (Baseline B)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0.667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Citation precision (allow-list)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Deterministic replay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F3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Constraint validity,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22E"/>
                          </a:solidFill>
                        </a:rPr>
                        <a:t>all plans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6C7C76"/>
                </a:solidFill>
                <a:latin typeface="Consolas"/>
              </a:rPr>
              <a:t>measured with mock-planner-1 · ollama embeddings · 51 chunks · 2026-08-24T12:07:24+00:00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AEE637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Precise about what is proven — and what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EE637"/>
                </a:solidFill>
                <a:latin typeface="Consolas"/>
              </a:rPr>
              <a:t>PROVEN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Free-text missions → typed constraints → validated plans, fully local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A real agent over real MCP tools, guardrails measured under rogue tests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Hybrid RAG with stable citations and a 40-query labelled benchmark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The critic's necessity quantified by the LLM-only baseline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93 tests, mock-model CI harness, every number with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AEE637"/>
                </a:solidFill>
                <a:latin typeface="Consolas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3774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LoRA fine-tune for intent extraction once it is the measured bottleneck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MILP / CP-SAT planner behind the same tool contract at scale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Broader mission set with bootstrap confidence intervals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Carbon-aware objective from the ods201 generation mix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▸ Pilot requirements: consent, billing contracts, fail-safe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8DA099"/>
                </a:solidFill>
                <a:latin typeface="Consolas"/>
              </a:rPr>
              <a:t>github.com/MahmoudAsadi97/FlexiGrid_AI  ·  python -m flexigrid.doctor reproduces this talk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